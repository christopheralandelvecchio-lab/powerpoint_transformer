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Source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716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058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Flow</a:t>
            </a:r>
          </a:p>
        </p:txBody>
      </p:sp>
      <p:cxnSp>
        <p:nvCxnSpPr>
          <p:cNvPr id="5" name="Connector Data Flow"/>
          <p:cNvCxnSpPr/>
          <p:nvPr/>
        </p:nvCxnSpPr>
        <p:spPr>
          <a:xfrm>
            <a:off x="2286000" y="1737360"/>
            <a:ext cx="1371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