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C009 Title"/>
          <p:cNvSpPr txBox="1"/>
          <p:nvPr/>
        </p:nvSpPr>
        <p:spPr>
          <a:xfrm>
            <a:off x="731520" y="182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/>
              <a:t>Product Breakdown Structure (PBS)</a:t>
            </a:r>
          </a:p>
        </p:txBody>
      </p:sp>
      <p:sp>
        <p:nvSpPr>
          <p:cNvPr id="3" name="TC009 Level 1 Aircraft Program"/>
          <p:cNvSpPr/>
          <p:nvPr/>
        </p:nvSpPr>
        <p:spPr>
          <a:xfrm>
            <a:off x="3337560" y="822960"/>
            <a:ext cx="18288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/>
              <a:t>Aircraft Program</a:t>
            </a:r>
          </a:p>
        </p:txBody>
      </p:sp>
      <p:sp>
        <p:nvSpPr>
          <p:cNvPr id="4" name="TC009 Level 2 Airframe"/>
          <p:cNvSpPr/>
          <p:nvPr/>
        </p:nvSpPr>
        <p:spPr>
          <a:xfrm>
            <a:off x="731520" y="1828800"/>
            <a:ext cx="109728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1.0</a:t>
            </a:r>
          </a:p>
          <a:p>
            <a:pPr algn="ctr"/>
            <a:r>
              <a:rPr sz="800" b="0"/>
              <a:t>Airframe</a:t>
            </a:r>
          </a:p>
        </p:txBody>
      </p:sp>
      <p:sp>
        <p:nvSpPr>
          <p:cNvPr id="5" name="TC009 Level 2 Propulsion"/>
          <p:cNvSpPr/>
          <p:nvPr/>
        </p:nvSpPr>
        <p:spPr>
          <a:xfrm>
            <a:off x="2788920" y="1828800"/>
            <a:ext cx="109728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2.0</a:t>
            </a:r>
          </a:p>
          <a:p>
            <a:pPr algn="ctr"/>
            <a:r>
              <a:rPr sz="800" b="0"/>
              <a:t>Propulsion</a:t>
            </a:r>
          </a:p>
        </p:txBody>
      </p:sp>
      <p:sp>
        <p:nvSpPr>
          <p:cNvPr id="6" name="TC009 Level 2 Avionics"/>
          <p:cNvSpPr/>
          <p:nvPr/>
        </p:nvSpPr>
        <p:spPr>
          <a:xfrm>
            <a:off x="4846320" y="1828800"/>
            <a:ext cx="109728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3.0</a:t>
            </a:r>
          </a:p>
          <a:p>
            <a:pPr algn="ctr"/>
            <a:r>
              <a:rPr sz="800" b="0"/>
              <a:t>Avionics</a:t>
            </a:r>
          </a:p>
        </p:txBody>
      </p:sp>
      <p:sp>
        <p:nvSpPr>
          <p:cNvPr id="7" name="TC009 Level 2 Systems"/>
          <p:cNvSpPr/>
          <p:nvPr/>
        </p:nvSpPr>
        <p:spPr>
          <a:xfrm>
            <a:off x="6675120" y="1828800"/>
            <a:ext cx="109728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/>
              <a:t>4.0</a:t>
            </a:r>
          </a:p>
          <a:p>
            <a:pPr algn="ctr"/>
            <a:r>
              <a:rPr sz="800" b="0"/>
              <a:t>Systems</a:t>
            </a:r>
          </a:p>
        </p:txBody>
      </p:sp>
      <p:sp>
        <p:nvSpPr>
          <p:cNvPr id="8" name="TC009 Level 3 Fuselage"/>
          <p:cNvSpPr/>
          <p:nvPr/>
        </p:nvSpPr>
        <p:spPr>
          <a:xfrm>
            <a:off x="320040" y="2971800"/>
            <a:ext cx="77724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1.1</a:t>
            </a:r>
          </a:p>
          <a:p>
            <a:pPr algn="ctr"/>
            <a:r>
              <a:rPr sz="700" b="0"/>
              <a:t>Fuselage</a:t>
            </a:r>
          </a:p>
        </p:txBody>
      </p:sp>
      <p:sp>
        <p:nvSpPr>
          <p:cNvPr id="9" name="TC009 Level 3 Wings"/>
          <p:cNvSpPr/>
          <p:nvPr/>
        </p:nvSpPr>
        <p:spPr>
          <a:xfrm>
            <a:off x="1325880" y="2971800"/>
            <a:ext cx="77724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1.2</a:t>
            </a:r>
          </a:p>
          <a:p>
            <a:pPr algn="ctr"/>
            <a:r>
              <a:rPr sz="700" b="0"/>
              <a:t>Wings</a:t>
            </a:r>
          </a:p>
        </p:txBody>
      </p:sp>
      <p:sp>
        <p:nvSpPr>
          <p:cNvPr id="10" name="TC009 Level 3 Engine"/>
          <p:cNvSpPr/>
          <p:nvPr/>
        </p:nvSpPr>
        <p:spPr>
          <a:xfrm>
            <a:off x="2331720" y="2971800"/>
            <a:ext cx="77724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2.1</a:t>
            </a:r>
          </a:p>
          <a:p>
            <a:pPr algn="ctr"/>
            <a:r>
              <a:rPr sz="700" b="0"/>
              <a:t>Engine</a:t>
            </a:r>
          </a:p>
        </p:txBody>
      </p:sp>
      <p:sp>
        <p:nvSpPr>
          <p:cNvPr id="11" name="TC009 Level 3 Fuel System"/>
          <p:cNvSpPr/>
          <p:nvPr/>
        </p:nvSpPr>
        <p:spPr>
          <a:xfrm>
            <a:off x="3337560" y="2971800"/>
            <a:ext cx="77724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2.2</a:t>
            </a:r>
          </a:p>
          <a:p>
            <a:pPr algn="ctr"/>
            <a:r>
              <a:rPr sz="700" b="0"/>
              <a:t>Fuel</a:t>
            </a:r>
          </a:p>
          <a:p>
            <a:pPr algn="ctr"/>
            <a:r>
              <a:rPr sz="700" b="0"/>
              <a:t>System</a:t>
            </a:r>
          </a:p>
        </p:txBody>
      </p:sp>
      <p:sp>
        <p:nvSpPr>
          <p:cNvPr id="12" name="TC009 Level 3 Flight Control"/>
          <p:cNvSpPr/>
          <p:nvPr/>
        </p:nvSpPr>
        <p:spPr>
          <a:xfrm>
            <a:off x="4434840" y="2971800"/>
            <a:ext cx="77724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3.1</a:t>
            </a:r>
          </a:p>
          <a:p>
            <a:pPr algn="ctr"/>
            <a:r>
              <a:rPr sz="700" b="0"/>
              <a:t>Flight</a:t>
            </a:r>
          </a:p>
          <a:p>
            <a:pPr algn="ctr"/>
            <a:r>
              <a:rPr sz="700" b="0"/>
              <a:t>Control</a:t>
            </a:r>
          </a:p>
        </p:txBody>
      </p:sp>
      <p:sp>
        <p:nvSpPr>
          <p:cNvPr id="13" name="TC009 Level 3 Navigation"/>
          <p:cNvSpPr/>
          <p:nvPr/>
        </p:nvSpPr>
        <p:spPr>
          <a:xfrm>
            <a:off x="5440680" y="2971800"/>
            <a:ext cx="77724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3.2</a:t>
            </a:r>
          </a:p>
          <a:p>
            <a:pPr algn="ctr"/>
            <a:r>
              <a:rPr sz="700" b="0"/>
              <a:t>Navigation</a:t>
            </a:r>
          </a:p>
        </p:txBody>
      </p:sp>
      <p:sp>
        <p:nvSpPr>
          <p:cNvPr id="14" name="TC009 Level 3 Electrical"/>
          <p:cNvSpPr/>
          <p:nvPr/>
        </p:nvSpPr>
        <p:spPr>
          <a:xfrm>
            <a:off x="6446520" y="2971800"/>
            <a:ext cx="77724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4.1</a:t>
            </a:r>
          </a:p>
          <a:p>
            <a:pPr algn="ctr"/>
            <a:r>
              <a:rPr sz="700" b="0"/>
              <a:t>Electrical</a:t>
            </a:r>
          </a:p>
        </p:txBody>
      </p:sp>
      <p:sp>
        <p:nvSpPr>
          <p:cNvPr id="15" name="TC009 Level 3 Environmental"/>
          <p:cNvSpPr/>
          <p:nvPr/>
        </p:nvSpPr>
        <p:spPr>
          <a:xfrm>
            <a:off x="7452360" y="2971800"/>
            <a:ext cx="77724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/>
              <a:t>4.2</a:t>
            </a:r>
          </a:p>
          <a:p>
            <a:pPr algn="ctr"/>
            <a:r>
              <a:rPr sz="700" b="0"/>
              <a:t>Environmental</a:t>
            </a:r>
          </a:p>
        </p:txBody>
      </p:sp>
      <p:sp>
        <p:nvSpPr>
          <p:cNvPr id="16" name="TC009 Level 4 Nose Section"/>
          <p:cNvSpPr/>
          <p:nvPr/>
        </p:nvSpPr>
        <p:spPr>
          <a:xfrm>
            <a:off x="274320" y="402336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1.1.1</a:t>
            </a:r>
          </a:p>
          <a:p>
            <a:pPr algn="ctr"/>
            <a:r>
              <a:rPr sz="600" b="0"/>
              <a:t>Nose</a:t>
            </a:r>
          </a:p>
          <a:p>
            <a:pPr algn="ctr"/>
            <a:r>
              <a:rPr sz="600" b="0"/>
              <a:t>Section</a:t>
            </a:r>
          </a:p>
        </p:txBody>
      </p:sp>
      <p:sp>
        <p:nvSpPr>
          <p:cNvPr id="17" name="TC009 Level 4 Cabin Section"/>
          <p:cNvSpPr/>
          <p:nvPr/>
        </p:nvSpPr>
        <p:spPr>
          <a:xfrm>
            <a:off x="274320" y="480060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1.1.2</a:t>
            </a:r>
          </a:p>
          <a:p>
            <a:pPr algn="ctr"/>
            <a:r>
              <a:rPr sz="600" b="0"/>
              <a:t>Cabin</a:t>
            </a:r>
          </a:p>
          <a:p>
            <a:pPr algn="ctr"/>
            <a:r>
              <a:rPr sz="600" b="0"/>
              <a:t>Section</a:t>
            </a:r>
          </a:p>
        </p:txBody>
      </p:sp>
      <p:sp>
        <p:nvSpPr>
          <p:cNvPr id="18" name="TC009 Level 4 Left Wing"/>
          <p:cNvSpPr/>
          <p:nvPr/>
        </p:nvSpPr>
        <p:spPr>
          <a:xfrm>
            <a:off x="1280160" y="402336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1.2.1</a:t>
            </a:r>
          </a:p>
          <a:p>
            <a:pPr algn="ctr"/>
            <a:r>
              <a:rPr sz="600" b="0"/>
              <a:t>Left Wing</a:t>
            </a:r>
          </a:p>
        </p:txBody>
      </p:sp>
      <p:sp>
        <p:nvSpPr>
          <p:cNvPr id="19" name="TC009 Level 4 Right Wing"/>
          <p:cNvSpPr/>
          <p:nvPr/>
        </p:nvSpPr>
        <p:spPr>
          <a:xfrm>
            <a:off x="1280160" y="480060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1.2.2</a:t>
            </a:r>
          </a:p>
          <a:p>
            <a:pPr algn="ctr"/>
            <a:r>
              <a:rPr sz="600" b="0"/>
              <a:t>Right Wing</a:t>
            </a:r>
          </a:p>
        </p:txBody>
      </p:sp>
      <p:sp>
        <p:nvSpPr>
          <p:cNvPr id="20" name="TC009 Level 4 Core Engine"/>
          <p:cNvSpPr/>
          <p:nvPr/>
        </p:nvSpPr>
        <p:spPr>
          <a:xfrm>
            <a:off x="2286000" y="402336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2.1.1</a:t>
            </a:r>
          </a:p>
          <a:p>
            <a:pPr algn="ctr"/>
            <a:r>
              <a:rPr sz="600" b="0"/>
              <a:t>Core</a:t>
            </a:r>
          </a:p>
          <a:p>
            <a:pPr algn="ctr"/>
            <a:r>
              <a:rPr sz="600" b="0"/>
              <a:t>Engine</a:t>
            </a:r>
          </a:p>
        </p:txBody>
      </p:sp>
      <p:sp>
        <p:nvSpPr>
          <p:cNvPr id="21" name="TC009 Level 4 Accessory Gearbox"/>
          <p:cNvSpPr/>
          <p:nvPr/>
        </p:nvSpPr>
        <p:spPr>
          <a:xfrm>
            <a:off x="2286000" y="480060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2.1.2</a:t>
            </a:r>
          </a:p>
          <a:p>
            <a:pPr algn="ctr"/>
            <a:r>
              <a:rPr sz="600" b="0"/>
              <a:t>Accessory</a:t>
            </a:r>
          </a:p>
          <a:p>
            <a:pPr algn="ctr"/>
            <a:r>
              <a:rPr sz="600" b="0"/>
              <a:t>Gearbox</a:t>
            </a:r>
          </a:p>
        </p:txBody>
      </p:sp>
      <p:sp>
        <p:nvSpPr>
          <p:cNvPr id="22" name="TC009 Level 4 Fuel Tanks"/>
          <p:cNvSpPr/>
          <p:nvPr/>
        </p:nvSpPr>
        <p:spPr>
          <a:xfrm>
            <a:off x="3291840" y="402336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2.2.1</a:t>
            </a:r>
          </a:p>
          <a:p>
            <a:pPr algn="ctr"/>
            <a:r>
              <a:rPr sz="600" b="0"/>
              <a:t>Tanks</a:t>
            </a:r>
          </a:p>
        </p:txBody>
      </p:sp>
      <p:sp>
        <p:nvSpPr>
          <p:cNvPr id="23" name="TC009 Level 4 Pumps"/>
          <p:cNvSpPr/>
          <p:nvPr/>
        </p:nvSpPr>
        <p:spPr>
          <a:xfrm>
            <a:off x="3291840" y="480060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2.2.2</a:t>
            </a:r>
          </a:p>
          <a:p>
            <a:pPr algn="ctr"/>
            <a:r>
              <a:rPr sz="600" b="0"/>
              <a:t>Pumps</a:t>
            </a:r>
          </a:p>
        </p:txBody>
      </p:sp>
      <p:sp>
        <p:nvSpPr>
          <p:cNvPr id="24" name="TC009 Level 4 FCC"/>
          <p:cNvSpPr/>
          <p:nvPr/>
        </p:nvSpPr>
        <p:spPr>
          <a:xfrm>
            <a:off x="4389120" y="402336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3.1.1</a:t>
            </a:r>
          </a:p>
          <a:p>
            <a:pPr algn="ctr"/>
            <a:r>
              <a:rPr sz="600" b="0"/>
              <a:t>FCC</a:t>
            </a:r>
          </a:p>
        </p:txBody>
      </p:sp>
      <p:sp>
        <p:nvSpPr>
          <p:cNvPr id="25" name="TC009 Level 4 Actuators"/>
          <p:cNvSpPr/>
          <p:nvPr/>
        </p:nvSpPr>
        <p:spPr>
          <a:xfrm>
            <a:off x="4389120" y="480060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3.1.2</a:t>
            </a:r>
          </a:p>
          <a:p>
            <a:pPr algn="ctr"/>
            <a:r>
              <a:rPr sz="600" b="0"/>
              <a:t>Actuators</a:t>
            </a:r>
          </a:p>
        </p:txBody>
      </p:sp>
      <p:sp>
        <p:nvSpPr>
          <p:cNvPr id="26" name="TC009 Level 4 GPS"/>
          <p:cNvSpPr/>
          <p:nvPr/>
        </p:nvSpPr>
        <p:spPr>
          <a:xfrm>
            <a:off x="5394960" y="402336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3.2.1</a:t>
            </a:r>
          </a:p>
          <a:p>
            <a:pPr algn="ctr"/>
            <a:r>
              <a:rPr sz="600" b="0"/>
              <a:t>GPS</a:t>
            </a:r>
          </a:p>
        </p:txBody>
      </p:sp>
      <p:sp>
        <p:nvSpPr>
          <p:cNvPr id="27" name="TC009 Level 4 INS"/>
          <p:cNvSpPr/>
          <p:nvPr/>
        </p:nvSpPr>
        <p:spPr>
          <a:xfrm>
            <a:off x="5394960" y="480060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3.2.2</a:t>
            </a:r>
          </a:p>
          <a:p>
            <a:pPr algn="ctr"/>
            <a:r>
              <a:rPr sz="600" b="0"/>
              <a:t>INS</a:t>
            </a:r>
          </a:p>
        </p:txBody>
      </p:sp>
      <p:sp>
        <p:nvSpPr>
          <p:cNvPr id="28" name="TC009 Level 4 Power Dist"/>
          <p:cNvSpPr/>
          <p:nvPr/>
        </p:nvSpPr>
        <p:spPr>
          <a:xfrm>
            <a:off x="6400800" y="402336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4.1.1</a:t>
            </a:r>
          </a:p>
          <a:p>
            <a:pPr algn="ctr"/>
            <a:r>
              <a:rPr sz="600" b="0"/>
              <a:t>Power</a:t>
            </a:r>
          </a:p>
          <a:p>
            <a:pPr algn="ctr"/>
            <a:r>
              <a:rPr sz="600" b="0"/>
              <a:t>Dist.</a:t>
            </a:r>
          </a:p>
        </p:txBody>
      </p:sp>
      <p:sp>
        <p:nvSpPr>
          <p:cNvPr id="29" name="TC009 Level 4 Batteries"/>
          <p:cNvSpPr/>
          <p:nvPr/>
        </p:nvSpPr>
        <p:spPr>
          <a:xfrm>
            <a:off x="6400800" y="480060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4.1.2</a:t>
            </a:r>
          </a:p>
          <a:p>
            <a:pPr algn="ctr"/>
            <a:r>
              <a:rPr sz="600" b="0"/>
              <a:t>Batteries</a:t>
            </a:r>
          </a:p>
        </p:txBody>
      </p:sp>
      <p:sp>
        <p:nvSpPr>
          <p:cNvPr id="30" name="TC009 Level 4 HVAC"/>
          <p:cNvSpPr/>
          <p:nvPr/>
        </p:nvSpPr>
        <p:spPr>
          <a:xfrm>
            <a:off x="7406640" y="402336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4.2.1</a:t>
            </a:r>
          </a:p>
          <a:p>
            <a:pPr algn="ctr"/>
            <a:r>
              <a:rPr sz="600" b="0"/>
              <a:t>HVAC</a:t>
            </a:r>
          </a:p>
        </p:txBody>
      </p:sp>
      <p:sp>
        <p:nvSpPr>
          <p:cNvPr id="31" name="TC009 Level 4 Pressurization"/>
          <p:cNvSpPr/>
          <p:nvPr/>
        </p:nvSpPr>
        <p:spPr>
          <a:xfrm>
            <a:off x="7406640" y="4800600"/>
            <a:ext cx="731520" cy="502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0"/>
              <a:t>4.2.2</a:t>
            </a:r>
          </a:p>
          <a:p>
            <a:pPr algn="ctr"/>
            <a:r>
              <a:rPr sz="600" b="0"/>
              <a:t>Pressurization</a:t>
            </a:r>
          </a:p>
        </p:txBody>
      </p:sp>
      <p:cxnSp>
        <p:nvCxnSpPr>
          <p:cNvPr id="32" name="TC009 Top to L2 1.4"/>
          <p:cNvCxnSpPr/>
          <p:nvPr/>
        </p:nvCxnSpPr>
        <p:spPr>
          <a:xfrm flipH="1">
            <a:off x="1280160" y="1325880"/>
            <a:ext cx="2971800" cy="502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C009 Top to L2 3.65"/>
          <p:cNvCxnSpPr/>
          <p:nvPr/>
        </p:nvCxnSpPr>
        <p:spPr>
          <a:xfrm flipH="1">
            <a:off x="3337560" y="1325880"/>
            <a:ext cx="914400" cy="502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TC009 Top to L2 5.9"/>
          <p:cNvCxnSpPr/>
          <p:nvPr/>
        </p:nvCxnSpPr>
        <p:spPr>
          <a:xfrm>
            <a:off x="4251960" y="1325880"/>
            <a:ext cx="1143000" cy="502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TC009 Top to L2 7.9"/>
          <p:cNvCxnSpPr/>
          <p:nvPr/>
        </p:nvCxnSpPr>
        <p:spPr>
          <a:xfrm>
            <a:off x="4251960" y="1325880"/>
            <a:ext cx="2971800" cy="502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TC009 L2 to L3 1.4-0.775"/>
          <p:cNvCxnSpPr/>
          <p:nvPr/>
        </p:nvCxnSpPr>
        <p:spPr>
          <a:xfrm flipH="1">
            <a:off x="708660" y="2377440"/>
            <a:ext cx="571500" cy="594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TC009 L2 to L3 1.4-1.875"/>
          <p:cNvCxnSpPr/>
          <p:nvPr/>
        </p:nvCxnSpPr>
        <p:spPr>
          <a:xfrm>
            <a:off x="1280160" y="2377440"/>
            <a:ext cx="434340" cy="594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TC009 L2 to L3 3.65-2.975"/>
          <p:cNvCxnSpPr/>
          <p:nvPr/>
        </p:nvCxnSpPr>
        <p:spPr>
          <a:xfrm flipH="1">
            <a:off x="2720340" y="2377440"/>
            <a:ext cx="617220" cy="594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TC009 L2 to L3 3.65-4.075"/>
          <p:cNvCxnSpPr/>
          <p:nvPr/>
        </p:nvCxnSpPr>
        <p:spPr>
          <a:xfrm>
            <a:off x="3337560" y="2377440"/>
            <a:ext cx="388620" cy="594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TC009 L2 to L3 5.9-5.275"/>
          <p:cNvCxnSpPr/>
          <p:nvPr/>
        </p:nvCxnSpPr>
        <p:spPr>
          <a:xfrm flipH="1">
            <a:off x="4823460" y="2377440"/>
            <a:ext cx="571500" cy="594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TC009 L2 to L3 5.9-6.375"/>
          <p:cNvCxnSpPr/>
          <p:nvPr/>
        </p:nvCxnSpPr>
        <p:spPr>
          <a:xfrm>
            <a:off x="5394960" y="2377440"/>
            <a:ext cx="434340" cy="594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TC009 L2 to L3 7.9-7.475"/>
          <p:cNvCxnSpPr/>
          <p:nvPr/>
        </p:nvCxnSpPr>
        <p:spPr>
          <a:xfrm flipH="1">
            <a:off x="6835140" y="2377440"/>
            <a:ext cx="388620" cy="594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TC009 L2 to L3 7.9-8.575"/>
          <p:cNvCxnSpPr/>
          <p:nvPr/>
        </p:nvCxnSpPr>
        <p:spPr>
          <a:xfrm>
            <a:off x="7223760" y="2377440"/>
            <a:ext cx="617219" cy="594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TC009 L3 to first child 0.775"/>
          <p:cNvCxnSpPr/>
          <p:nvPr/>
        </p:nvCxnSpPr>
        <p:spPr>
          <a:xfrm flipH="1">
            <a:off x="640080" y="3474720"/>
            <a:ext cx="6858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TC009 L3 to second child 0.775"/>
          <p:cNvCxnSpPr/>
          <p:nvPr/>
        </p:nvCxnSpPr>
        <p:spPr>
          <a:xfrm flipH="1">
            <a:off x="640080" y="3474720"/>
            <a:ext cx="68580" cy="1325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TC009 L3 to first child 1.875"/>
          <p:cNvCxnSpPr/>
          <p:nvPr/>
        </p:nvCxnSpPr>
        <p:spPr>
          <a:xfrm flipH="1">
            <a:off x="1645920" y="3474720"/>
            <a:ext cx="6858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TC009 L3 to second child 1.875"/>
          <p:cNvCxnSpPr/>
          <p:nvPr/>
        </p:nvCxnSpPr>
        <p:spPr>
          <a:xfrm flipH="1">
            <a:off x="1645920" y="3474720"/>
            <a:ext cx="68580" cy="1325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TC009 L3 to first child 2.975"/>
          <p:cNvCxnSpPr/>
          <p:nvPr/>
        </p:nvCxnSpPr>
        <p:spPr>
          <a:xfrm flipH="1">
            <a:off x="2651760" y="3474720"/>
            <a:ext cx="6858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TC009 L3 to second child 2.975"/>
          <p:cNvCxnSpPr/>
          <p:nvPr/>
        </p:nvCxnSpPr>
        <p:spPr>
          <a:xfrm flipH="1">
            <a:off x="2651760" y="3474720"/>
            <a:ext cx="68580" cy="1325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TC009 L3 to first child 4.075"/>
          <p:cNvCxnSpPr/>
          <p:nvPr/>
        </p:nvCxnSpPr>
        <p:spPr>
          <a:xfrm flipH="1">
            <a:off x="3657600" y="3474720"/>
            <a:ext cx="6858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TC009 L3 to second child 4.075"/>
          <p:cNvCxnSpPr/>
          <p:nvPr/>
        </p:nvCxnSpPr>
        <p:spPr>
          <a:xfrm flipH="1">
            <a:off x="3657600" y="3474720"/>
            <a:ext cx="68580" cy="1325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TC009 L3 to first child 5.275"/>
          <p:cNvCxnSpPr/>
          <p:nvPr/>
        </p:nvCxnSpPr>
        <p:spPr>
          <a:xfrm flipH="1">
            <a:off x="4754880" y="3474720"/>
            <a:ext cx="6858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TC009 L3 to second child 5.275"/>
          <p:cNvCxnSpPr/>
          <p:nvPr/>
        </p:nvCxnSpPr>
        <p:spPr>
          <a:xfrm flipH="1">
            <a:off x="4754880" y="3474720"/>
            <a:ext cx="68580" cy="1325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TC009 L3 to first child 6.375"/>
          <p:cNvCxnSpPr/>
          <p:nvPr/>
        </p:nvCxnSpPr>
        <p:spPr>
          <a:xfrm flipH="1">
            <a:off x="5760720" y="3474720"/>
            <a:ext cx="6858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TC009 L3 to second child 6.375"/>
          <p:cNvCxnSpPr/>
          <p:nvPr/>
        </p:nvCxnSpPr>
        <p:spPr>
          <a:xfrm flipH="1">
            <a:off x="5760720" y="3474720"/>
            <a:ext cx="68580" cy="1325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TC009 L3 to first child 7.475"/>
          <p:cNvCxnSpPr/>
          <p:nvPr/>
        </p:nvCxnSpPr>
        <p:spPr>
          <a:xfrm flipH="1">
            <a:off x="6766560" y="3474720"/>
            <a:ext cx="6858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TC009 L3 to second child 7.475"/>
          <p:cNvCxnSpPr/>
          <p:nvPr/>
        </p:nvCxnSpPr>
        <p:spPr>
          <a:xfrm flipH="1">
            <a:off x="6766560" y="3474720"/>
            <a:ext cx="68580" cy="1325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TC009 L3 to first child 8.575"/>
          <p:cNvCxnSpPr/>
          <p:nvPr/>
        </p:nvCxnSpPr>
        <p:spPr>
          <a:xfrm flipH="1">
            <a:off x="7772400" y="3474720"/>
            <a:ext cx="68579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TC009 L3 to second child 8.575"/>
          <p:cNvCxnSpPr/>
          <p:nvPr/>
        </p:nvCxnSpPr>
        <p:spPr>
          <a:xfrm flipH="1">
            <a:off x="7772400" y="3474720"/>
            <a:ext cx="68579" cy="1325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C009 Legend"/>
          <p:cNvSpPr txBox="1"/>
          <p:nvPr/>
        </p:nvSpPr>
        <p:spPr>
          <a:xfrm>
            <a:off x="2377440" y="55778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/>
              <a:t>Legend: Level 1 / Level 2 / Level 3 / Level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