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1 Rectangle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 A</a:t>
            </a:r>
          </a:p>
        </p:txBody>
      </p:sp>
      <p:sp>
        <p:nvSpPr>
          <p:cNvPr id="3" name="TC001 Oval"/>
          <p:cNvSpPr/>
          <p:nvPr/>
        </p:nvSpPr>
        <p:spPr>
          <a:xfrm>
            <a:off x="3657600" y="914400"/>
            <a:ext cx="137160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 B</a:t>
            </a:r>
          </a:p>
        </p:txBody>
      </p:sp>
      <p:sp>
        <p:nvSpPr>
          <p:cNvPr id="4" name="TC001 Diamond"/>
          <p:cNvSpPr/>
          <p:nvPr/>
        </p:nvSpPr>
        <p:spPr>
          <a:xfrm>
            <a:off x="2286000" y="2743200"/>
            <a:ext cx="1280160" cy="128016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