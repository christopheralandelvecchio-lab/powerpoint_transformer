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521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TC012 Sensor Input to Action Chain</a:t>
            </a:r>
          </a:p>
        </p:txBody>
      </p:sp>
      <p:sp>
        <p:nvSpPr>
          <p:cNvPr id="3" name="Temperature Sensor"/>
          <p:cNvSpPr/>
          <p:nvPr/>
        </p:nvSpPr>
        <p:spPr>
          <a:xfrm>
            <a:off x="731520" y="1097280"/>
            <a:ext cx="1463040" cy="548640"/>
          </a:xfrm>
          <a:prstGeom prst="roundRect">
            <a:avLst/>
          </a:prstGeom>
          <a:solidFill>
            <a:srgbClr val="DDEBF7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/>
              <a:t>Temperature</a:t>
            </a:r>
          </a:p>
          <a:p>
            <a:pPr algn="ctr"/>
            <a:r>
              <a:rPr sz="1000"/>
              <a:t>Sensor</a:t>
            </a:r>
          </a:p>
        </p:txBody>
      </p:sp>
      <p:sp>
        <p:nvSpPr>
          <p:cNvPr id="4" name="Temperature Controller"/>
          <p:cNvSpPr/>
          <p:nvPr/>
        </p:nvSpPr>
        <p:spPr>
          <a:xfrm>
            <a:off x="2743200" y="1097280"/>
            <a:ext cx="1554480" cy="548640"/>
          </a:xfrm>
          <a:prstGeom prst="roundRect">
            <a:avLst/>
          </a:prstGeom>
          <a:solidFill>
            <a:srgbClr val="F2F2F2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/>
              <a:t>Temperature</a:t>
            </a:r>
          </a:p>
          <a:p>
            <a:pPr algn="ctr"/>
            <a:r>
              <a:rPr sz="1000"/>
              <a:t>Controller</a:t>
            </a:r>
          </a:p>
        </p:txBody>
      </p:sp>
      <p:sp>
        <p:nvSpPr>
          <p:cNvPr id="5" name="Fan Relay Action"/>
          <p:cNvSpPr/>
          <p:nvPr/>
        </p:nvSpPr>
        <p:spPr>
          <a:xfrm>
            <a:off x="4846320" y="1097280"/>
            <a:ext cx="1554480" cy="548640"/>
          </a:xfrm>
          <a:prstGeom prst="roundRect">
            <a:avLst/>
          </a:prstGeom>
          <a:solidFill>
            <a:srgbClr val="F2F2F2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/>
              <a:t>Fan Relay</a:t>
            </a:r>
          </a:p>
          <a:p>
            <a:pPr algn="ctr"/>
            <a:r>
              <a:rPr sz="1000"/>
              <a:t>Action</a:t>
            </a:r>
          </a:p>
        </p:txBody>
      </p:sp>
      <p:sp>
        <p:nvSpPr>
          <p:cNvPr id="6" name="Cooling Fan Output"/>
          <p:cNvSpPr/>
          <p:nvPr/>
        </p:nvSpPr>
        <p:spPr>
          <a:xfrm>
            <a:off x="7040880" y="1097280"/>
            <a:ext cx="1554480" cy="548640"/>
          </a:xfrm>
          <a:prstGeom prst="roundRect">
            <a:avLst/>
          </a:prstGeom>
          <a:solidFill>
            <a:srgbClr val="F2F2F2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/>
              <a:t>Cooling Fan</a:t>
            </a:r>
          </a:p>
          <a:p>
            <a:pPr algn="ctr"/>
            <a:r>
              <a:rPr sz="1000"/>
              <a:t>Output</a:t>
            </a:r>
          </a:p>
        </p:txBody>
      </p:sp>
      <p:sp>
        <p:nvSpPr>
          <p:cNvPr id="7" name="Temp OK Indicator"/>
          <p:cNvSpPr/>
          <p:nvPr/>
        </p:nvSpPr>
        <p:spPr>
          <a:xfrm>
            <a:off x="9144000" y="1097280"/>
            <a:ext cx="1554480" cy="548640"/>
          </a:xfrm>
          <a:prstGeom prst="roundRect">
            <a:avLst/>
          </a:prstGeom>
          <a:solidFill>
            <a:srgbClr val="F2F2F2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/>
              <a:t>Temp OK</a:t>
            </a:r>
          </a:p>
          <a:p>
            <a:pPr algn="ctr"/>
            <a:r>
              <a:rPr sz="1000"/>
              <a:t>Indicator</a:t>
            </a:r>
          </a:p>
        </p:txBody>
      </p:sp>
      <p:cxnSp>
        <p:nvCxnSpPr>
          <p:cNvPr id="8" name="Control Connector Temp"/>
          <p:cNvCxnSpPr/>
          <p:nvPr/>
        </p:nvCxnSpPr>
        <p:spPr>
          <a:xfrm>
            <a:off x="2194560" y="1371600"/>
            <a:ext cx="548640" cy="0"/>
          </a:xfrm>
          <a:prstGeom prst="line">
            <a:avLst/>
          </a:prstGeom>
          <a:ln w="22225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trol Connector Relay"/>
          <p:cNvCxnSpPr/>
          <p:nvPr/>
        </p:nvCxnSpPr>
        <p:spPr>
          <a:xfrm>
            <a:off x="4297680" y="1371600"/>
            <a:ext cx="548640" cy="0"/>
          </a:xfrm>
          <a:prstGeom prst="line">
            <a:avLst/>
          </a:prstGeom>
          <a:ln w="22225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trol Connector Fan"/>
          <p:cNvCxnSpPr/>
          <p:nvPr/>
        </p:nvCxnSpPr>
        <p:spPr>
          <a:xfrm>
            <a:off x="6400800" y="1371600"/>
            <a:ext cx="640080" cy="0"/>
          </a:xfrm>
          <a:prstGeom prst="line">
            <a:avLst/>
          </a:prstGeom>
          <a:ln w="22225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trol Connector Indicator"/>
          <p:cNvCxnSpPr/>
          <p:nvPr/>
        </p:nvCxnSpPr>
        <p:spPr>
          <a:xfrm>
            <a:off x="8595360" y="1371600"/>
            <a:ext cx="548640" cy="0"/>
          </a:xfrm>
          <a:prstGeom prst="line">
            <a:avLst/>
          </a:prstGeom>
          <a:ln w="22225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