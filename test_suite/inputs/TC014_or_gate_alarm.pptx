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TC014 OR Gate Alarm Logic</a:t>
            </a:r>
          </a:p>
        </p:txBody>
      </p:sp>
      <p:sp>
        <p:nvSpPr>
          <p:cNvPr id="3" name="Smoke Detector"/>
          <p:cNvSpPr/>
          <p:nvPr/>
        </p:nvSpPr>
        <p:spPr>
          <a:xfrm>
            <a:off x="731520" y="914400"/>
            <a:ext cx="146304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Smoke</a:t>
            </a:r>
          </a:p>
          <a:p>
            <a:pPr algn="ctr"/>
            <a:r>
              <a:rPr sz="1000"/>
              <a:t>Detector</a:t>
            </a:r>
          </a:p>
        </p:txBody>
      </p:sp>
      <p:sp>
        <p:nvSpPr>
          <p:cNvPr id="4" name="Heat Detector"/>
          <p:cNvSpPr/>
          <p:nvPr/>
        </p:nvSpPr>
        <p:spPr>
          <a:xfrm>
            <a:off x="731520" y="1828800"/>
            <a:ext cx="146304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Heat</a:t>
            </a:r>
          </a:p>
          <a:p>
            <a:pPr algn="ctr"/>
            <a:r>
              <a:rPr sz="1000"/>
              <a:t>Detector</a:t>
            </a:r>
          </a:p>
        </p:txBody>
      </p:sp>
      <p:sp>
        <p:nvSpPr>
          <p:cNvPr id="5" name="OR Gate"/>
          <p:cNvSpPr/>
          <p:nvPr/>
        </p:nvSpPr>
        <p:spPr>
          <a:xfrm>
            <a:off x="3200400" y="2377440"/>
            <a:ext cx="128016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OR Gate</a:t>
            </a:r>
          </a:p>
        </p:txBody>
      </p:sp>
      <p:sp>
        <p:nvSpPr>
          <p:cNvPr id="6" name="Alarm Siren Output"/>
          <p:cNvSpPr/>
          <p:nvPr/>
        </p:nvSpPr>
        <p:spPr>
          <a:xfrm>
            <a:off x="5486400" y="201168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Alarm Siren</a:t>
            </a:r>
          </a:p>
          <a:p>
            <a:pPr algn="ctr"/>
            <a:r>
              <a:rPr sz="1000"/>
              <a:t>Output</a:t>
            </a:r>
          </a:p>
        </p:txBody>
      </p:sp>
      <p:sp>
        <p:nvSpPr>
          <p:cNvPr id="7" name="Operator Notification"/>
          <p:cNvSpPr/>
          <p:nvPr/>
        </p:nvSpPr>
        <p:spPr>
          <a:xfrm>
            <a:off x="7589520" y="2011680"/>
            <a:ext cx="164592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Operator</a:t>
            </a:r>
          </a:p>
          <a:p>
            <a:pPr algn="ctr"/>
            <a:r>
              <a:rPr sz="1000"/>
              <a:t>Notification</a:t>
            </a:r>
          </a:p>
        </p:txBody>
      </p:sp>
      <p:cxnSp>
        <p:nvCxnSpPr>
          <p:cNvPr id="8" name="Control Connector Smoke"/>
          <p:cNvCxnSpPr/>
          <p:nvPr/>
        </p:nvCxnSpPr>
        <p:spPr>
          <a:xfrm>
            <a:off x="2194560" y="1165860"/>
            <a:ext cx="1005840" cy="15087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trol Connector Heat"/>
          <p:cNvCxnSpPr/>
          <p:nvPr/>
        </p:nvCxnSpPr>
        <p:spPr>
          <a:xfrm>
            <a:off x="2194560" y="2080260"/>
            <a:ext cx="1005840" cy="5943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trol Connector Alarm"/>
          <p:cNvCxnSpPr/>
          <p:nvPr/>
        </p:nvCxnSpPr>
        <p:spPr>
          <a:xfrm flipV="1">
            <a:off x="4480560" y="2286000"/>
            <a:ext cx="1005840" cy="38862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Notify"/>
          <p:cNvCxnSpPr/>
          <p:nvPr/>
        </p:nvCxnSpPr>
        <p:spPr>
          <a:xfrm>
            <a:off x="7040880" y="228600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