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TC017 Fault Shutdown Logic</a:t>
            </a:r>
          </a:p>
        </p:txBody>
      </p:sp>
      <p:sp>
        <p:nvSpPr>
          <p:cNvPr id="3" name="Vibration Sensor"/>
          <p:cNvSpPr/>
          <p:nvPr/>
        </p:nvSpPr>
        <p:spPr>
          <a:xfrm>
            <a:off x="731520" y="731520"/>
            <a:ext cx="146304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Vibration</a:t>
            </a:r>
          </a:p>
          <a:p>
            <a:pPr algn="ctr"/>
            <a:r>
              <a:rPr sz="1000"/>
              <a:t>Sensor</a:t>
            </a:r>
          </a:p>
        </p:txBody>
      </p:sp>
      <p:sp>
        <p:nvSpPr>
          <p:cNvPr id="4" name="Bearing Temp Sensor"/>
          <p:cNvSpPr/>
          <p:nvPr/>
        </p:nvSpPr>
        <p:spPr>
          <a:xfrm>
            <a:off x="731520" y="1463040"/>
            <a:ext cx="146304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Bearing Temp</a:t>
            </a:r>
          </a:p>
          <a:p>
            <a:pPr algn="ctr"/>
            <a:r>
              <a:rPr sz="1000"/>
              <a:t>Sensor</a:t>
            </a:r>
          </a:p>
        </p:txBody>
      </p:sp>
      <p:sp>
        <p:nvSpPr>
          <p:cNvPr id="5" name="Comparator Action"/>
          <p:cNvSpPr/>
          <p:nvPr/>
        </p:nvSpPr>
        <p:spPr>
          <a:xfrm>
            <a:off x="3017520" y="210312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Comparator</a:t>
            </a:r>
          </a:p>
          <a:p>
            <a:pPr algn="ctr"/>
            <a:r>
              <a:rPr sz="1000"/>
              <a:t>Action</a:t>
            </a:r>
          </a:p>
        </p:txBody>
      </p:sp>
      <p:sp>
        <p:nvSpPr>
          <p:cNvPr id="6" name="Reset Operator Input"/>
          <p:cNvSpPr/>
          <p:nvPr/>
        </p:nvSpPr>
        <p:spPr>
          <a:xfrm>
            <a:off x="731520" y="2743200"/>
            <a:ext cx="146304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Reset</a:t>
            </a:r>
          </a:p>
          <a:p>
            <a:pPr algn="ctr"/>
            <a:r>
              <a:rPr sz="1000"/>
              <a:t>Operator Input</a:t>
            </a:r>
          </a:p>
        </p:txBody>
      </p:sp>
      <p:sp>
        <p:nvSpPr>
          <p:cNvPr id="7" name="Trip Logic"/>
          <p:cNvSpPr/>
          <p:nvPr/>
        </p:nvSpPr>
        <p:spPr>
          <a:xfrm>
            <a:off x="5394960" y="2834640"/>
            <a:ext cx="137160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Trip Logic</a:t>
            </a:r>
          </a:p>
        </p:txBody>
      </p:sp>
      <p:sp>
        <p:nvSpPr>
          <p:cNvPr id="8" name="Shutdown Command"/>
          <p:cNvSpPr/>
          <p:nvPr/>
        </p:nvSpPr>
        <p:spPr>
          <a:xfrm>
            <a:off x="7589520" y="283464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Shutdown</a:t>
            </a:r>
          </a:p>
          <a:p>
            <a:pPr algn="ctr"/>
            <a:r>
              <a:rPr sz="1000"/>
              <a:t>Command</a:t>
            </a:r>
          </a:p>
        </p:txBody>
      </p:sp>
      <p:sp>
        <p:nvSpPr>
          <p:cNvPr id="9" name="Fault Alarm Output"/>
          <p:cNvSpPr/>
          <p:nvPr/>
        </p:nvSpPr>
        <p:spPr>
          <a:xfrm>
            <a:off x="9692640" y="283464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Fault Alarm</a:t>
            </a:r>
          </a:p>
          <a:p>
            <a:pPr algn="ctr"/>
            <a:r>
              <a:rPr sz="1000"/>
              <a:t>Output</a:t>
            </a:r>
          </a:p>
        </p:txBody>
      </p:sp>
      <p:cxnSp>
        <p:nvCxnSpPr>
          <p:cNvPr id="10" name="Control Connector Vibration"/>
          <p:cNvCxnSpPr/>
          <p:nvPr/>
        </p:nvCxnSpPr>
        <p:spPr>
          <a:xfrm>
            <a:off x="2194560" y="982980"/>
            <a:ext cx="822960" cy="13944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Temperature"/>
          <p:cNvCxnSpPr/>
          <p:nvPr/>
        </p:nvCxnSpPr>
        <p:spPr>
          <a:xfrm>
            <a:off x="2194560" y="1714500"/>
            <a:ext cx="822960" cy="66294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trol Connector Trip"/>
          <p:cNvCxnSpPr/>
          <p:nvPr/>
        </p:nvCxnSpPr>
        <p:spPr>
          <a:xfrm>
            <a:off x="4572000" y="2377440"/>
            <a:ext cx="822960" cy="75438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trol Connector Reset"/>
          <p:cNvCxnSpPr/>
          <p:nvPr/>
        </p:nvCxnSpPr>
        <p:spPr>
          <a:xfrm>
            <a:off x="2194560" y="2994660"/>
            <a:ext cx="3200400" cy="1371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trol Connector Shutdown"/>
          <p:cNvCxnSpPr/>
          <p:nvPr/>
        </p:nvCxnSpPr>
        <p:spPr>
          <a:xfrm flipV="1">
            <a:off x="6766560" y="3108960"/>
            <a:ext cx="822960" cy="228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trol Connector Alarm"/>
          <p:cNvCxnSpPr/>
          <p:nvPr/>
        </p:nvCxnSpPr>
        <p:spPr>
          <a:xfrm>
            <a:off x="9144000" y="310896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