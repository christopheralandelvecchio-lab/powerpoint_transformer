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03 Source Shape"/>
          <p:cNvSpPr/>
          <p:nvPr/>
        </p:nvSpPr>
        <p:spPr>
          <a:xfrm>
            <a:off x="685800" y="13716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Source</a:t>
            </a:r>
          </a:p>
        </p:txBody>
      </p:sp>
      <p:sp>
        <p:nvSpPr>
          <p:cNvPr id="3" name="TC003 Target Shape"/>
          <p:cNvSpPr/>
          <p:nvPr/>
        </p:nvSpPr>
        <p:spPr>
          <a:xfrm>
            <a:off x="4572000" y="13716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</a:t>
            </a:r>
          </a:p>
        </p:txBody>
      </p:sp>
      <p:cxnSp>
        <p:nvCxnSpPr>
          <p:cNvPr id="4" name="TC003 Straight Connector"/>
          <p:cNvCxnSpPr/>
          <p:nvPr/>
        </p:nvCxnSpPr>
        <p:spPr>
          <a:xfrm>
            <a:off x="2514600" y="1737360"/>
            <a:ext cx="205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C003 Standalone Line"/>
          <p:cNvCxnSpPr/>
          <p:nvPr/>
        </p:nvCxnSpPr>
        <p:spPr>
          <a:xfrm>
            <a:off x="914400" y="2743200"/>
            <a:ext cx="5029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