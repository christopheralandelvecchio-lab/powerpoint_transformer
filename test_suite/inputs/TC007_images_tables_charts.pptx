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_pi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371600" cy="9144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86000" y="457200"/>
          <a:ext cx="18288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457200"/>
          <a:ext cx="2286000" cy="1371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