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TC013 AND Gate Enable Logic</a:t>
            </a:r>
          </a:p>
        </p:txBody>
      </p:sp>
      <p:sp>
        <p:nvSpPr>
          <p:cNvPr id="3" name="Pressure Sensor OK"/>
          <p:cNvSpPr/>
          <p:nvPr/>
        </p:nvSpPr>
        <p:spPr>
          <a:xfrm>
            <a:off x="731520" y="822960"/>
            <a:ext cx="1554480" cy="50292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Pressure</a:t>
            </a:r>
          </a:p>
          <a:p>
            <a:pPr algn="ctr"/>
            <a:r>
              <a:rPr sz="1000"/>
              <a:t>Sensor OK</a:t>
            </a:r>
          </a:p>
        </p:txBody>
      </p:sp>
      <p:sp>
        <p:nvSpPr>
          <p:cNvPr id="4" name="Door Closed Sensor"/>
          <p:cNvSpPr/>
          <p:nvPr/>
        </p:nvSpPr>
        <p:spPr>
          <a:xfrm>
            <a:off x="731520" y="1645920"/>
            <a:ext cx="1554480" cy="50292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Door Closed</a:t>
            </a:r>
          </a:p>
          <a:p>
            <a:pPr algn="ctr"/>
            <a:r>
              <a:rPr sz="1000"/>
              <a:t>Sensor</a:t>
            </a:r>
          </a:p>
        </p:txBody>
      </p:sp>
      <p:sp>
        <p:nvSpPr>
          <p:cNvPr id="5" name="Operator Enable Switch"/>
          <p:cNvSpPr/>
          <p:nvPr/>
        </p:nvSpPr>
        <p:spPr>
          <a:xfrm>
            <a:off x="731520" y="2468880"/>
            <a:ext cx="1554480" cy="50292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Operator</a:t>
            </a:r>
          </a:p>
          <a:p>
            <a:pPr algn="ctr"/>
            <a:r>
              <a:rPr sz="1000"/>
              <a:t>Enable Switch</a:t>
            </a:r>
          </a:p>
        </p:txBody>
      </p:sp>
      <p:sp>
        <p:nvSpPr>
          <p:cNvPr id="6" name="AND Gate"/>
          <p:cNvSpPr/>
          <p:nvPr/>
        </p:nvSpPr>
        <p:spPr>
          <a:xfrm>
            <a:off x="3200400" y="2926080"/>
            <a:ext cx="1371600" cy="594360"/>
          </a:xfrm>
          <a:prstGeom prst="roundRect">
            <a:avLst/>
          </a:prstGeom>
          <a:solidFill>
            <a:srgbClr val="E2F0D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AND Gate</a:t>
            </a:r>
          </a:p>
        </p:txBody>
      </p:sp>
      <p:sp>
        <p:nvSpPr>
          <p:cNvPr id="7" name="Motor Enable Command"/>
          <p:cNvSpPr/>
          <p:nvPr/>
        </p:nvSpPr>
        <p:spPr>
          <a:xfrm>
            <a:off x="5486400" y="2926080"/>
            <a:ext cx="1645920" cy="59436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Motor Enable</a:t>
            </a:r>
          </a:p>
          <a:p>
            <a:pPr algn="ctr"/>
            <a:r>
              <a:rPr sz="1000"/>
              <a:t>Command</a:t>
            </a:r>
          </a:p>
        </p:txBody>
      </p:sp>
      <p:sp>
        <p:nvSpPr>
          <p:cNvPr id="8" name="Motor Starter Output"/>
          <p:cNvSpPr/>
          <p:nvPr/>
        </p:nvSpPr>
        <p:spPr>
          <a:xfrm>
            <a:off x="7955279" y="2926080"/>
            <a:ext cx="1645920" cy="59436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Motor Starter</a:t>
            </a:r>
          </a:p>
          <a:p>
            <a:pPr algn="ctr"/>
            <a:r>
              <a:rPr sz="1000"/>
              <a:t>Output</a:t>
            </a:r>
          </a:p>
        </p:txBody>
      </p:sp>
      <p:cxnSp>
        <p:nvCxnSpPr>
          <p:cNvPr id="9" name="Control Connector Pressure"/>
          <p:cNvCxnSpPr/>
          <p:nvPr/>
        </p:nvCxnSpPr>
        <p:spPr>
          <a:xfrm>
            <a:off x="2286000" y="1074420"/>
            <a:ext cx="914400" cy="214884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trol Connector Door"/>
          <p:cNvCxnSpPr/>
          <p:nvPr/>
        </p:nvCxnSpPr>
        <p:spPr>
          <a:xfrm>
            <a:off x="2286000" y="1897380"/>
            <a:ext cx="914400" cy="132588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trol Connector Operator"/>
          <p:cNvCxnSpPr/>
          <p:nvPr/>
        </p:nvCxnSpPr>
        <p:spPr>
          <a:xfrm>
            <a:off x="2286000" y="2720340"/>
            <a:ext cx="914400" cy="50292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trol Connector Enable"/>
          <p:cNvCxnSpPr/>
          <p:nvPr/>
        </p:nvCxnSpPr>
        <p:spPr>
          <a:xfrm>
            <a:off x="4572000" y="3223260"/>
            <a:ext cx="91440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trol Connector Starter"/>
          <p:cNvCxnSpPr/>
          <p:nvPr/>
        </p:nvCxnSpPr>
        <p:spPr>
          <a:xfrm>
            <a:off x="7132320" y="3223260"/>
            <a:ext cx="822959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