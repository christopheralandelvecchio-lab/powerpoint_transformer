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C005 Slide 1 Shape"/>
          <p:cNvSpPr/>
          <p:nvPr/>
        </p:nvSpPr>
        <p:spPr>
          <a:xfrm>
            <a:off x="914400" y="914400"/>
            <a:ext cx="1828800" cy="73152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Slide 1 Object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C005 Slide 2 Shape"/>
          <p:cNvSpPr/>
          <p:nvPr/>
        </p:nvSpPr>
        <p:spPr>
          <a:xfrm>
            <a:off x="914400" y="914400"/>
            <a:ext cx="1828800" cy="73152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Slide 2 Object</a:t>
            </a:r>
          </a:p>
        </p:txBody>
      </p:sp>
      <p:sp>
        <p:nvSpPr>
          <p:cNvPr id="3" name="TC005 Slide 2 Oval"/>
          <p:cNvSpPr/>
          <p:nvPr/>
        </p:nvSpPr>
        <p:spPr>
          <a:xfrm>
            <a:off x="3657600" y="914400"/>
            <a:ext cx="1371600" cy="9144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Second Slide Oval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