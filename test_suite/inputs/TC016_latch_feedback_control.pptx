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521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TC016 Latch and Feedback Control</a:t>
            </a:r>
          </a:p>
        </p:txBody>
      </p:sp>
      <p:sp>
        <p:nvSpPr>
          <p:cNvPr id="3" name="Start PB Operator Input"/>
          <p:cNvSpPr/>
          <p:nvPr/>
        </p:nvSpPr>
        <p:spPr>
          <a:xfrm>
            <a:off x="731520" y="731520"/>
            <a:ext cx="1645920" cy="54864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Start PB</a:t>
            </a:r>
          </a:p>
          <a:p>
            <a:pPr algn="ctr"/>
            <a:r>
              <a:rPr sz="1000"/>
              <a:t>Operator Input</a:t>
            </a:r>
          </a:p>
        </p:txBody>
      </p:sp>
      <p:sp>
        <p:nvSpPr>
          <p:cNvPr id="4" name="Stop PB Operator Input"/>
          <p:cNvSpPr/>
          <p:nvPr/>
        </p:nvSpPr>
        <p:spPr>
          <a:xfrm>
            <a:off x="731520" y="1554480"/>
            <a:ext cx="1645920" cy="54864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Stop PB</a:t>
            </a:r>
          </a:p>
          <a:p>
            <a:pPr algn="ctr"/>
            <a:r>
              <a:rPr sz="1000"/>
              <a:t>Operator Input</a:t>
            </a:r>
          </a:p>
        </p:txBody>
      </p:sp>
      <p:sp>
        <p:nvSpPr>
          <p:cNvPr id="5" name="SR Latch"/>
          <p:cNvSpPr/>
          <p:nvPr/>
        </p:nvSpPr>
        <p:spPr>
          <a:xfrm>
            <a:off x="3200400" y="2194560"/>
            <a:ext cx="1371600" cy="594360"/>
          </a:xfrm>
          <a:prstGeom prst="roundRect">
            <a:avLst/>
          </a:prstGeom>
          <a:solidFill>
            <a:srgbClr val="E2F0D9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SR Latch</a:t>
            </a:r>
          </a:p>
        </p:txBody>
      </p:sp>
      <p:sp>
        <p:nvSpPr>
          <p:cNvPr id="6" name="Motor Contactor Action"/>
          <p:cNvSpPr/>
          <p:nvPr/>
        </p:nvSpPr>
        <p:spPr>
          <a:xfrm>
            <a:off x="5486400" y="2194560"/>
            <a:ext cx="1737360" cy="5943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Motor Contactor</a:t>
            </a:r>
          </a:p>
          <a:p>
            <a:pPr algn="ctr"/>
            <a:r>
              <a:rPr sz="1000"/>
              <a:t>Action</a:t>
            </a:r>
          </a:p>
        </p:txBody>
      </p:sp>
      <p:sp>
        <p:nvSpPr>
          <p:cNvPr id="7" name="Motor Running Output"/>
          <p:cNvSpPr/>
          <p:nvPr/>
        </p:nvSpPr>
        <p:spPr>
          <a:xfrm>
            <a:off x="7955279" y="2194560"/>
            <a:ext cx="1645920" cy="594360"/>
          </a:xfrm>
          <a:prstGeom prst="roundRect">
            <a:avLst/>
          </a:prstGeom>
          <a:solidFill>
            <a:srgbClr val="F2F2F2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Motor Running</a:t>
            </a:r>
          </a:p>
          <a:p>
            <a:pPr algn="ctr"/>
            <a:r>
              <a:rPr sz="1000"/>
              <a:t>Output</a:t>
            </a:r>
          </a:p>
        </p:txBody>
      </p:sp>
      <p:sp>
        <p:nvSpPr>
          <p:cNvPr id="8" name="Run Feedback Sensor"/>
          <p:cNvSpPr/>
          <p:nvPr/>
        </p:nvSpPr>
        <p:spPr>
          <a:xfrm>
            <a:off x="9966960" y="3108960"/>
            <a:ext cx="1554480" cy="548640"/>
          </a:xfrm>
          <a:prstGeom prst="roundRect">
            <a:avLst/>
          </a:prstGeom>
          <a:solidFill>
            <a:srgbClr val="DDEBF7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/>
              <a:t>Run Feedback</a:t>
            </a:r>
          </a:p>
          <a:p>
            <a:pPr algn="ctr"/>
            <a:r>
              <a:rPr sz="1000"/>
              <a:t>Sensor</a:t>
            </a:r>
          </a:p>
        </p:txBody>
      </p:sp>
      <p:cxnSp>
        <p:nvCxnSpPr>
          <p:cNvPr id="9" name="Control Connector Start"/>
          <p:cNvCxnSpPr/>
          <p:nvPr/>
        </p:nvCxnSpPr>
        <p:spPr>
          <a:xfrm>
            <a:off x="2377440" y="1005840"/>
            <a:ext cx="822960" cy="148590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trol Connector Stop"/>
          <p:cNvCxnSpPr/>
          <p:nvPr/>
        </p:nvCxnSpPr>
        <p:spPr>
          <a:xfrm>
            <a:off x="2377440" y="1828800"/>
            <a:ext cx="822960" cy="66294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trol Connector Coil"/>
          <p:cNvCxnSpPr/>
          <p:nvPr/>
        </p:nvCxnSpPr>
        <p:spPr>
          <a:xfrm>
            <a:off x="4572000" y="2491740"/>
            <a:ext cx="914400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trol Connector Run"/>
          <p:cNvCxnSpPr/>
          <p:nvPr/>
        </p:nvCxnSpPr>
        <p:spPr>
          <a:xfrm>
            <a:off x="7223760" y="2491740"/>
            <a:ext cx="731519" cy="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trol Connector Feedback"/>
          <p:cNvCxnSpPr/>
          <p:nvPr/>
        </p:nvCxnSpPr>
        <p:spPr>
          <a:xfrm>
            <a:off x="9601199" y="2491740"/>
            <a:ext cx="365761" cy="891540"/>
          </a:xfrm>
          <a:prstGeom prst="line">
            <a:avLst/>
          </a:prstGeom>
          <a:ln w="22225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