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914400"/>
            <a:ext cx="1371600" cy="640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Group Candidate 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0" y="914400"/>
            <a:ext cx="1371600" cy="640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Group Candidate B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0" y="914400"/>
            <a:ext cx="1371600" cy="640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External Label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