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TC015 NOT Gate Inhibit Logic</a:t>
            </a:r>
          </a:p>
        </p:txBody>
      </p:sp>
      <p:sp>
        <p:nvSpPr>
          <p:cNvPr id="3" name="Maintenance Mode Sensor"/>
          <p:cNvSpPr/>
          <p:nvPr/>
        </p:nvSpPr>
        <p:spPr>
          <a:xfrm>
            <a:off x="731520" y="1005840"/>
            <a:ext cx="1645920" cy="54864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Maintenance</a:t>
            </a:r>
          </a:p>
          <a:p>
            <a:pPr algn="ctr"/>
            <a:r>
              <a:rPr sz="1000"/>
              <a:t>Mode Sensor</a:t>
            </a:r>
          </a:p>
        </p:txBody>
      </p:sp>
      <p:sp>
        <p:nvSpPr>
          <p:cNvPr id="4" name="NOT Gate"/>
          <p:cNvSpPr/>
          <p:nvPr/>
        </p:nvSpPr>
        <p:spPr>
          <a:xfrm>
            <a:off x="3200400" y="1005840"/>
            <a:ext cx="128016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NOT Gate</a:t>
            </a:r>
          </a:p>
        </p:txBody>
      </p:sp>
      <p:sp>
        <p:nvSpPr>
          <p:cNvPr id="5" name="Auto Start Permitted"/>
          <p:cNvSpPr/>
          <p:nvPr/>
        </p:nvSpPr>
        <p:spPr>
          <a:xfrm>
            <a:off x="5486400" y="100584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Auto Start</a:t>
            </a:r>
          </a:p>
          <a:p>
            <a:pPr algn="ctr"/>
            <a:r>
              <a:rPr sz="1000"/>
              <a:t>Permitted</a:t>
            </a:r>
          </a:p>
        </p:txBody>
      </p:sp>
      <p:sp>
        <p:nvSpPr>
          <p:cNvPr id="6" name="Pump Start Command"/>
          <p:cNvSpPr/>
          <p:nvPr/>
        </p:nvSpPr>
        <p:spPr>
          <a:xfrm>
            <a:off x="7680960" y="100584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Pump Start</a:t>
            </a:r>
          </a:p>
          <a:p>
            <a:pPr algn="ctr"/>
            <a:r>
              <a:rPr sz="1000"/>
              <a:t>Command</a:t>
            </a:r>
          </a:p>
        </p:txBody>
      </p:sp>
      <p:sp>
        <p:nvSpPr>
          <p:cNvPr id="7" name="Pump Running Output"/>
          <p:cNvSpPr/>
          <p:nvPr/>
        </p:nvSpPr>
        <p:spPr>
          <a:xfrm>
            <a:off x="9875520" y="100584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Pump Running</a:t>
            </a:r>
          </a:p>
          <a:p>
            <a:pPr algn="ctr"/>
            <a:r>
              <a:rPr sz="1000"/>
              <a:t>Output</a:t>
            </a:r>
          </a:p>
        </p:txBody>
      </p:sp>
      <p:cxnSp>
        <p:nvCxnSpPr>
          <p:cNvPr id="8" name="Control Connector Inhibit"/>
          <p:cNvCxnSpPr/>
          <p:nvPr/>
        </p:nvCxnSpPr>
        <p:spPr>
          <a:xfrm>
            <a:off x="2377440" y="1280160"/>
            <a:ext cx="822960" cy="228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trol Connector Permit"/>
          <p:cNvCxnSpPr/>
          <p:nvPr/>
        </p:nvCxnSpPr>
        <p:spPr>
          <a:xfrm flipV="1">
            <a:off x="4480560" y="1280160"/>
            <a:ext cx="1005840" cy="2286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trol Connector Start"/>
          <p:cNvCxnSpPr/>
          <p:nvPr/>
        </p:nvCxnSpPr>
        <p:spPr>
          <a:xfrm>
            <a:off x="7040880" y="1280160"/>
            <a:ext cx="6400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trol Connector Output"/>
          <p:cNvCxnSpPr/>
          <p:nvPr/>
        </p:nvCxnSpPr>
        <p:spPr>
          <a:xfrm>
            <a:off x="9235440" y="1280160"/>
            <a:ext cx="6400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